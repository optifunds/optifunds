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71" r:id="rId2"/>
    <p:sldId id="273" r:id="rId3"/>
    <p:sldId id="256" r:id="rId4"/>
    <p:sldId id="267" r:id="rId5"/>
    <p:sldId id="272" r:id="rId6"/>
    <p:sldId id="262" r:id="rId7"/>
    <p:sldId id="268" r:id="rId8"/>
    <p:sldId id="257" r:id="rId9"/>
    <p:sldId id="259" r:id="rId10"/>
    <p:sldId id="260" r:id="rId11"/>
    <p:sldId id="261" r:id="rId12"/>
    <p:sldId id="263" r:id="rId13"/>
    <p:sldId id="264" r:id="rId14"/>
    <p:sldId id="266" r:id="rId15"/>
    <p:sldId id="269" r:id="rId16"/>
    <p:sldId id="270" r:id="rId17"/>
    <p:sldId id="265" r:id="rId18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401" userDrawn="1">
          <p15:clr>
            <a:srgbClr val="A4A3A4"/>
          </p15:clr>
        </p15:guide>
        <p15:guide id="2" orient="horz" pos="29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00"/>
    <a:srgbClr val="10B981"/>
    <a:srgbClr val="059669"/>
    <a:srgbClr val="0D9488"/>
    <a:srgbClr val="0E9F6E"/>
    <a:srgbClr val="028090"/>
    <a:srgbClr val="1E3F20"/>
    <a:srgbClr val="2C3E35"/>
    <a:srgbClr val="0D5C53"/>
    <a:srgbClr val="0F4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 showGuides="1">
      <p:cViewPr>
        <p:scale>
          <a:sx n="75" d="100"/>
          <a:sy n="75" d="100"/>
        </p:scale>
        <p:origin x="4016" y="680"/>
      </p:cViewPr>
      <p:guideLst>
        <p:guide pos="3401"/>
        <p:guide orient="horz" pos="29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7BC91-0554-2543-998C-AB8DC5B0B05F}" type="datetimeFigureOut">
              <a:rPr lang="es-ES" smtClean="0"/>
              <a:t>7/9/26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35EBC-BCD1-F341-A49B-F756F65C7E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59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35EBC-BCD1-F341-A49B-F756F65C7EC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11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C89D-4AD0-24BD-B6A4-6FD21A6DA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F8641F-25EC-0184-32EE-10BE0520B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A75943-3618-6721-E183-91E4EB9AB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A9C0FB-A9DF-5991-56B6-52A69D8FE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35EBC-BCD1-F341-A49B-F756F65C7EC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833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13F8-1F6C-4718-BD2A-65CC5A74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949CAD-CEFB-1B36-2421-20C6C5205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71A82F-A412-D28B-70B3-F0A50E7B3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9AE899-0D9A-0B22-D96C-CAE36D8F6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35EBC-BCD1-F341-A49B-F756F65C7EC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8152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36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80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749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83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14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94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93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94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455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83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72A5D-C34F-A143-BC89-F983EA7F28D5}" type="datetimeFigureOut">
              <a:rPr lang="es-ES" smtClean="0"/>
              <a:t>7/9/26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6280-D0FB-6041-B052-BBF2B75073E6}" type="slidenum">
              <a:rPr lang="es-ES" smtClean="0"/>
              <a:t>‹Nº›</a:t>
            </a:fld>
            <a:endParaRPr lang="es-ES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C564A9D-AAF2-F497-B0C7-45A072EA18DB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47556545"/>
              </p:ext>
            </p:extLst>
          </p:nvPr>
        </p:nvGraphicFramePr>
        <p:xfrm>
          <a:off x="1407" y="2501"/>
          <a:ext cx="1087" cy="2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4" imgW="7772400" imgH="10058400" progId="TCLayout.ActiveDocument.1">
                  <p:embed/>
                </p:oleObj>
              </mc:Choice>
              <mc:Fallback>
                <p:oleObj name="Diapositiva de think-cell" r:id="rId1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E4E608-D7E4-F15E-522E-2E03BC65A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7" y="2501"/>
                        <a:ext cx="1087" cy="2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75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image" Target="../media/image7.emf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9.emf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0.emf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6DB1-BFB4-AD85-49A3-AEEDC55D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0554A65-4A67-48B7-945E-4147052052B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407" y="2363854"/>
          <a:ext cx="1087" cy="1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7772400" imgH="10058400" progId="TCLayout.ActiveDocument.1">
                  <p:embed/>
                </p:oleObj>
              </mc:Choice>
              <mc:Fallback>
                <p:oleObj name="Diapositiva de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0814CD-B33B-C44A-8F35-91195C4BCA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7" y="2363854"/>
                        <a:ext cx="1087" cy="1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42EABA9-71BD-58AF-A97C-62D346CC1620}"/>
              </a:ext>
            </a:extLst>
          </p:cNvPr>
          <p:cNvSpPr txBox="1"/>
          <p:nvPr/>
        </p:nvSpPr>
        <p:spPr>
          <a:xfrm>
            <a:off x="2960686" y="4260889"/>
            <a:ext cx="72651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800" b="1" dirty="0" err="1">
                <a:solidFill>
                  <a:srgbClr val="00B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pti</a:t>
            </a:r>
            <a:r>
              <a:rPr lang="es-ES" sz="138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Funds</a:t>
            </a:r>
            <a:endParaRPr lang="es-ES" sz="138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8104CC-F35E-947B-9ACA-CCF3EB76E7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062" t="21412" r="19957" b="20922"/>
          <a:stretch/>
        </p:blipFill>
        <p:spPr>
          <a:xfrm>
            <a:off x="703979" y="4388362"/>
            <a:ext cx="2334635" cy="22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6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2E96-E1D7-0C8B-C45C-30E75C44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6779200-A5AD-2DCB-5EFE-DB1167F01F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407" y="2363854"/>
          <a:ext cx="1087" cy="1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7772400" imgH="10058400" progId="TCLayout.ActiveDocument.1">
                  <p:embed/>
                </p:oleObj>
              </mc:Choice>
              <mc:Fallback>
                <p:oleObj name="Diapositiva de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554A65-4A67-48B7-945E-4147052052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7" y="2363854"/>
                        <a:ext cx="1087" cy="1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6EEF7AEB-3AF5-D83D-9A69-3E1C670BC3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062" t="21412" r="19957" b="20922"/>
          <a:stretch/>
        </p:blipFill>
        <p:spPr>
          <a:xfrm>
            <a:off x="1624445" y="1770882"/>
            <a:ext cx="7549286" cy="72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A93C94-D261-C16A-5E1D-28223A3F44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1809710"/>
              </p:ext>
            </p:extLst>
          </p:nvPr>
        </p:nvGraphicFramePr>
        <p:xfrm>
          <a:off x="1407" y="2363854"/>
          <a:ext cx="1087" cy="1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7" y="2363854"/>
                        <a:ext cx="1087" cy="1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2AD204D-1177-482B-DABD-2ADEED99F2D5}"/>
              </a:ext>
            </a:extLst>
          </p:cNvPr>
          <p:cNvSpPr txBox="1"/>
          <p:nvPr/>
        </p:nvSpPr>
        <p:spPr>
          <a:xfrm>
            <a:off x="833567" y="4291885"/>
            <a:ext cx="913262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800" b="1" dirty="0" err="1">
                <a:solidFill>
                  <a:srgbClr val="00B05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Opti</a:t>
            </a:r>
            <a:r>
              <a:rPr lang="es-ES" sz="13800" dirty="0" err="1">
                <a:latin typeface="Arial" panose="020B0604020202020204" pitchFamily="34" charset="0"/>
                <a:cs typeface="Arial" panose="020B0604020202020204" pitchFamily="34" charset="0"/>
              </a:rPr>
              <a:t>Funds</a:t>
            </a:r>
            <a:endParaRPr lang="es-ES" sz="1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7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3C01-9F51-EE65-DF5B-EB96E9B4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80814CD-B33B-C44A-8F35-91195C4BCA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7597923"/>
              </p:ext>
            </p:extLst>
          </p:nvPr>
        </p:nvGraphicFramePr>
        <p:xfrm>
          <a:off x="1407" y="2363854"/>
          <a:ext cx="1087" cy="1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A93C94-D261-C16A-5E1D-28223A3F4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7" y="2363854"/>
                        <a:ext cx="1087" cy="1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F031113-E69A-B654-C34F-05C0596EE0BB}"/>
              </a:ext>
            </a:extLst>
          </p:cNvPr>
          <p:cNvSpPr txBox="1"/>
          <p:nvPr/>
        </p:nvSpPr>
        <p:spPr>
          <a:xfrm>
            <a:off x="2960686" y="4260889"/>
            <a:ext cx="72651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800" b="1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pti</a:t>
            </a:r>
            <a:r>
              <a:rPr lang="es-ES" sz="138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Funds</a:t>
            </a:r>
            <a:endParaRPr lang="es-ES" sz="138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F6F0E6-1974-7F20-DBDF-4A94D98DD3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628" t="21083" r="20394" b="21177"/>
          <a:stretch/>
        </p:blipFill>
        <p:spPr>
          <a:xfrm>
            <a:off x="654900" y="4291885"/>
            <a:ext cx="2263520" cy="22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8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1EA5-5EA9-4A36-7E81-0E6997C8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1C68C46-97F2-C665-E8E1-D390C544D5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407" y="2363854"/>
          <a:ext cx="1087" cy="1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7772400" imgH="10058400" progId="TCLayout.ActiveDocument.1">
                  <p:embed/>
                </p:oleObj>
              </mc:Choice>
              <mc:Fallback>
                <p:oleObj name="Diapositiva de think-cell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554A65-4A67-48B7-945E-4147052052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7" y="2363854"/>
                        <a:ext cx="1087" cy="1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F0EB4EA-A332-63A7-96D8-E8733DC02F5E}"/>
              </a:ext>
            </a:extLst>
          </p:cNvPr>
          <p:cNvSpPr txBox="1"/>
          <p:nvPr/>
        </p:nvSpPr>
        <p:spPr>
          <a:xfrm>
            <a:off x="2960686" y="4260889"/>
            <a:ext cx="72651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3800" b="1" dirty="0" err="1">
                <a:solidFill>
                  <a:srgbClr val="00B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pti</a:t>
            </a:r>
            <a:r>
              <a:rPr lang="es-ES" sz="138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Funds</a:t>
            </a:r>
            <a:endParaRPr lang="es-ES" sz="138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1CA7EC-6A2E-9C9F-590B-48D45E46F1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062" t="21412" r="19957" b="20922"/>
          <a:stretch/>
        </p:blipFill>
        <p:spPr>
          <a:xfrm>
            <a:off x="703979" y="4388362"/>
            <a:ext cx="2334635" cy="22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6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9ECF0-4831-2773-B6F2-A9A5E46E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1F1CD7F-8AE7-FEC8-495F-F56AF928F5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9FB84-E05C-F356-67B1-E5631680BE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F1FAB094-37D1-0579-9B31-97A28B003B04}"/>
              </a:ext>
            </a:extLst>
          </p:cNvPr>
          <p:cNvSpPr/>
          <p:nvPr/>
        </p:nvSpPr>
        <p:spPr>
          <a:xfrm>
            <a:off x="900111" y="714375"/>
            <a:ext cx="1620000" cy="162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1B4332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4B6852C-4764-E30D-4493-49F012B0E48A}"/>
              </a:ext>
            </a:extLst>
          </p:cNvPr>
          <p:cNvSpPr/>
          <p:nvPr/>
        </p:nvSpPr>
        <p:spPr>
          <a:xfrm>
            <a:off x="2938461" y="714375"/>
            <a:ext cx="1620000" cy="1620000"/>
          </a:xfrm>
          <a:prstGeom prst="rect">
            <a:avLst/>
          </a:prstGeom>
          <a:solidFill>
            <a:srgbClr val="1E3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1B4332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0BFC47-2122-CA0C-1CEA-685FB07978DA}"/>
              </a:ext>
            </a:extLst>
          </p:cNvPr>
          <p:cNvSpPr/>
          <p:nvPr/>
        </p:nvSpPr>
        <p:spPr>
          <a:xfrm>
            <a:off x="900111" y="2552700"/>
            <a:ext cx="1620000" cy="1620000"/>
          </a:xfrm>
          <a:prstGeom prst="rect">
            <a:avLst/>
          </a:prstGeom>
          <a:solidFill>
            <a:srgbClr val="0F4C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1B4332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3E45A7-8952-AB95-99B8-D87F2B6B669A}"/>
              </a:ext>
            </a:extLst>
          </p:cNvPr>
          <p:cNvSpPr/>
          <p:nvPr/>
        </p:nvSpPr>
        <p:spPr>
          <a:xfrm>
            <a:off x="2938461" y="2552700"/>
            <a:ext cx="1620000" cy="1620000"/>
          </a:xfrm>
          <a:prstGeom prst="rect">
            <a:avLst/>
          </a:prstGeom>
          <a:solidFill>
            <a:srgbClr val="2C3E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1B43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75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E04B7-22EF-841C-D54C-9E7F7D67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D566F9-7E61-0EAE-5C90-ECB11CA7E9B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F1CD7F-8AE7-FEC8-495F-F56AF928F5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84BC5F79-C390-A278-CAF3-DB0F37A633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2205231" y="1743152"/>
            <a:ext cx="6389299" cy="664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2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679FB84-E05C-F356-67B1-E5631680BE7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9831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7475FB99-2CF4-F22D-9831-5B877A44F7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2205231" y="1743152"/>
            <a:ext cx="6389299" cy="6646598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1AE21ADE-6B81-558E-5E5E-CA4F62BBB53E}"/>
              </a:ext>
            </a:extLst>
          </p:cNvPr>
          <p:cNvSpPr/>
          <p:nvPr/>
        </p:nvSpPr>
        <p:spPr>
          <a:xfrm>
            <a:off x="2598623" y="2664419"/>
            <a:ext cx="5602514" cy="54709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2D1F637-0DAC-DFE0-01A4-4AED8341AAC0}"/>
              </a:ext>
            </a:extLst>
          </p:cNvPr>
          <p:cNvSpPr/>
          <p:nvPr/>
        </p:nvSpPr>
        <p:spPr>
          <a:xfrm>
            <a:off x="3513023" y="2990509"/>
            <a:ext cx="3773714" cy="4818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461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CB7C9-358C-E50A-A785-E4EE8104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45850D3-E36B-FD28-B076-2EE5A5EDF07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DECB1F-CCC6-5511-DB03-DEF42FDCC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DB111C02-0DE2-2A13-D468-8709CB13F0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3702749" y="-2520090"/>
            <a:ext cx="6389299" cy="6646598"/>
          </a:xfrm>
          <a:prstGeom prst="rect">
            <a:avLst/>
          </a:prstGeom>
        </p:spPr>
      </p:pic>
      <p:sp>
        <p:nvSpPr>
          <p:cNvPr id="2" name="Forma libre 1">
            <a:extLst>
              <a:ext uri="{FF2B5EF4-FFF2-40B4-BE49-F238E27FC236}">
                <a16:creationId xmlns:a16="http://schemas.microsoft.com/office/drawing/2014/main" id="{D2699F58-E5B6-6D87-6EFB-20427A8BDDC5}"/>
              </a:ext>
            </a:extLst>
          </p:cNvPr>
          <p:cNvSpPr/>
          <p:nvPr/>
        </p:nvSpPr>
        <p:spPr>
          <a:xfrm>
            <a:off x="-6022863" y="2548304"/>
            <a:ext cx="5602514" cy="5470922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" name="Ordenar 6">
            <a:extLst>
              <a:ext uri="{FF2B5EF4-FFF2-40B4-BE49-F238E27FC236}">
                <a16:creationId xmlns:a16="http://schemas.microsoft.com/office/drawing/2014/main" id="{76112441-E155-B4D2-A98A-5A1BB2522796}"/>
              </a:ext>
            </a:extLst>
          </p:cNvPr>
          <p:cNvSpPr/>
          <p:nvPr/>
        </p:nvSpPr>
        <p:spPr>
          <a:xfrm rot="2700000">
            <a:off x="5157072" y="1154858"/>
            <a:ext cx="1272793" cy="7514900"/>
          </a:xfrm>
          <a:prstGeom prst="flowChartSo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04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B5FF3-D6D1-4B94-553C-1F7D4931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90EE85-27BD-5E09-7336-935F0DD777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81211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5850D3-E36B-FD28-B076-2EE5A5EDF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135CCE27-2CB0-BA0E-A905-2DB87A55D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2205231" y="1743152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90B1357-06A9-D8D3-C447-5E1D40D4CA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3702749" y="-2520090"/>
            <a:ext cx="6389299" cy="6646598"/>
          </a:xfrm>
          <a:prstGeom prst="rect">
            <a:avLst/>
          </a:prstGeom>
        </p:spPr>
      </p:pic>
      <p:sp>
        <p:nvSpPr>
          <p:cNvPr id="2" name="Forma libre 1">
            <a:extLst>
              <a:ext uri="{FF2B5EF4-FFF2-40B4-BE49-F238E27FC236}">
                <a16:creationId xmlns:a16="http://schemas.microsoft.com/office/drawing/2014/main" id="{F4D025C0-C26B-64CF-557E-4ACE89C8AC33}"/>
              </a:ext>
            </a:extLst>
          </p:cNvPr>
          <p:cNvSpPr/>
          <p:nvPr/>
        </p:nvSpPr>
        <p:spPr>
          <a:xfrm>
            <a:off x="-6022863" y="2548304"/>
            <a:ext cx="5602514" cy="5470922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" name="Ordenar 6">
            <a:extLst>
              <a:ext uri="{FF2B5EF4-FFF2-40B4-BE49-F238E27FC236}">
                <a16:creationId xmlns:a16="http://schemas.microsoft.com/office/drawing/2014/main" id="{66B580B4-863C-8E63-CF67-15FB5451F261}"/>
              </a:ext>
            </a:extLst>
          </p:cNvPr>
          <p:cNvSpPr/>
          <p:nvPr/>
        </p:nvSpPr>
        <p:spPr>
          <a:xfrm rot="2700000">
            <a:off x="5157072" y="1154858"/>
            <a:ext cx="1272793" cy="7514900"/>
          </a:xfrm>
          <a:prstGeom prst="flowChartSo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F7CD276-5D10-4DDB-95E4-E3C5FCC8AF68}"/>
              </a:ext>
            </a:extLst>
          </p:cNvPr>
          <p:cNvSpPr>
            <a:spLocks noChangeAspect="1"/>
          </p:cNvSpPr>
          <p:nvPr/>
        </p:nvSpPr>
        <p:spPr>
          <a:xfrm>
            <a:off x="5433468" y="455230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xtraer 8">
            <a:extLst>
              <a:ext uri="{FF2B5EF4-FFF2-40B4-BE49-F238E27FC236}">
                <a16:creationId xmlns:a16="http://schemas.microsoft.com/office/drawing/2014/main" id="{A899A25C-B6E2-6CE6-A6B0-B24AB32FAD86}"/>
              </a:ext>
            </a:extLst>
          </p:cNvPr>
          <p:cNvSpPr/>
          <p:nvPr/>
        </p:nvSpPr>
        <p:spPr>
          <a:xfrm rot="2700000">
            <a:off x="6804261" y="1719928"/>
            <a:ext cx="685800" cy="3690073"/>
          </a:xfrm>
          <a:prstGeom prst="flowChartExtra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5134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08031-3657-65C1-05FB-DAF20CF2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138571F-9899-A141-9096-A584413106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90EE85-27BD-5E09-7336-935F0DD77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7823463E-0DA0-9548-73A6-8E1F9A479B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A8DE61-C879-6EF8-8936-ABCFAF2C9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sp>
        <p:nvSpPr>
          <p:cNvPr id="2" name="Forma libre 1">
            <a:extLst>
              <a:ext uri="{FF2B5EF4-FFF2-40B4-BE49-F238E27FC236}">
                <a16:creationId xmlns:a16="http://schemas.microsoft.com/office/drawing/2014/main" id="{1109BA62-7639-27B9-4E13-F031A2AB6CC6}"/>
              </a:ext>
            </a:extLst>
          </p:cNvPr>
          <p:cNvSpPr/>
          <p:nvPr/>
        </p:nvSpPr>
        <p:spPr>
          <a:xfrm>
            <a:off x="2856094" y="2018217"/>
            <a:ext cx="5602514" cy="5470922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" name="Ordenar 6">
            <a:extLst>
              <a:ext uri="{FF2B5EF4-FFF2-40B4-BE49-F238E27FC236}">
                <a16:creationId xmlns:a16="http://schemas.microsoft.com/office/drawing/2014/main" id="{B018152A-ED43-073D-28C9-87CDA88CD5E7}"/>
              </a:ext>
            </a:extLst>
          </p:cNvPr>
          <p:cNvSpPr/>
          <p:nvPr/>
        </p:nvSpPr>
        <p:spPr>
          <a:xfrm rot="2700000">
            <a:off x="5157072" y="1154858"/>
            <a:ext cx="1272793" cy="7514900"/>
          </a:xfrm>
          <a:prstGeom prst="flowChartSo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1218AC8-3593-71EE-5434-B7398D50EC4B}"/>
              </a:ext>
            </a:extLst>
          </p:cNvPr>
          <p:cNvSpPr>
            <a:spLocks noChangeAspect="1"/>
          </p:cNvSpPr>
          <p:nvPr/>
        </p:nvSpPr>
        <p:spPr>
          <a:xfrm>
            <a:off x="5433468" y="455230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4779C7EB-B877-18E2-190D-9AD6F7123A89}"/>
              </a:ext>
            </a:extLst>
          </p:cNvPr>
          <p:cNvSpPr/>
          <p:nvPr/>
        </p:nvSpPr>
        <p:spPr>
          <a:xfrm rot="18789369">
            <a:off x="5256810" y="3591727"/>
            <a:ext cx="2729735" cy="39319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565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E81B7-892C-613F-E252-C9FDEF5A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439C20A-DECC-2382-B634-73FA958FE9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58057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38571F-9899-A141-9096-A584413106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rma libre 1">
            <a:extLst>
              <a:ext uri="{FF2B5EF4-FFF2-40B4-BE49-F238E27FC236}">
                <a16:creationId xmlns:a16="http://schemas.microsoft.com/office/drawing/2014/main" id="{002114A7-1E3E-391E-C076-D4B3B0AA5793}"/>
              </a:ext>
            </a:extLst>
          </p:cNvPr>
          <p:cNvSpPr/>
          <p:nvPr/>
        </p:nvSpPr>
        <p:spPr>
          <a:xfrm>
            <a:off x="2992211" y="1790717"/>
            <a:ext cx="5602514" cy="5470922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" name="Ordenar 4">
            <a:extLst>
              <a:ext uri="{FF2B5EF4-FFF2-40B4-BE49-F238E27FC236}">
                <a16:creationId xmlns:a16="http://schemas.microsoft.com/office/drawing/2014/main" id="{51C7DBD4-B6C0-9026-0858-D1F31CE3ECC0}"/>
              </a:ext>
            </a:extLst>
          </p:cNvPr>
          <p:cNvSpPr>
            <a:spLocks noChangeAspect="1"/>
          </p:cNvSpPr>
          <p:nvPr/>
        </p:nvSpPr>
        <p:spPr>
          <a:xfrm rot="2700000">
            <a:off x="4911469" y="-295287"/>
            <a:ext cx="1764000" cy="10415190"/>
          </a:xfrm>
          <a:prstGeom prst="flowChartSo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F04D72-3C74-DDBC-A12B-F5E651782D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1925FCC-5D3B-0CCE-4D57-92F12B8236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sp>
        <p:nvSpPr>
          <p:cNvPr id="7" name="Ordenar 6">
            <a:extLst>
              <a:ext uri="{FF2B5EF4-FFF2-40B4-BE49-F238E27FC236}">
                <a16:creationId xmlns:a16="http://schemas.microsoft.com/office/drawing/2014/main" id="{BB42BD7D-A574-1BDD-8199-1653E561F829}"/>
              </a:ext>
            </a:extLst>
          </p:cNvPr>
          <p:cNvSpPr/>
          <p:nvPr/>
        </p:nvSpPr>
        <p:spPr>
          <a:xfrm rot="2700000">
            <a:off x="5157072" y="1154858"/>
            <a:ext cx="1272793" cy="7514900"/>
          </a:xfrm>
          <a:prstGeom prst="flowChartSo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5519FD5-3E6D-B5F7-0556-F4C1F034A975}"/>
              </a:ext>
            </a:extLst>
          </p:cNvPr>
          <p:cNvSpPr>
            <a:spLocks noChangeAspect="1"/>
          </p:cNvSpPr>
          <p:nvPr/>
        </p:nvSpPr>
        <p:spPr>
          <a:xfrm>
            <a:off x="5433468" y="455230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61B2B403-5E60-A80D-CC6F-4241D31CE444}"/>
              </a:ext>
            </a:extLst>
          </p:cNvPr>
          <p:cNvSpPr/>
          <p:nvPr/>
        </p:nvSpPr>
        <p:spPr>
          <a:xfrm rot="18789369">
            <a:off x="5256810" y="3591727"/>
            <a:ext cx="2729735" cy="39319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51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C3BF8-B646-A558-755B-9F3AC140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F6BF05-56D7-CD7F-AD0E-1F8D9193113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56413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39C20A-DECC-2382-B634-73FA958FE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6C2DBFED-5355-07D8-BF15-8B7F68B5B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795" y="2375988"/>
            <a:ext cx="6188321" cy="6048000"/>
          </a:xfrm>
          <a:prstGeom prst="rect">
            <a:avLst/>
          </a:prstGeom>
        </p:spPr>
      </p:pic>
      <p:sp>
        <p:nvSpPr>
          <p:cNvPr id="5" name="Ordenar 4">
            <a:extLst>
              <a:ext uri="{FF2B5EF4-FFF2-40B4-BE49-F238E27FC236}">
                <a16:creationId xmlns:a16="http://schemas.microsoft.com/office/drawing/2014/main" id="{8DAED61C-3859-1A52-D16F-397EDD66C508}"/>
              </a:ext>
            </a:extLst>
          </p:cNvPr>
          <p:cNvSpPr>
            <a:spLocks noChangeAspect="1"/>
          </p:cNvSpPr>
          <p:nvPr/>
        </p:nvSpPr>
        <p:spPr>
          <a:xfrm rot="2700000">
            <a:off x="4513197" y="192393"/>
            <a:ext cx="1764000" cy="10415190"/>
          </a:xfrm>
          <a:prstGeom prst="flowChartSo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0BA64B2-B456-5C59-1316-E827C25BCF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2B7EF8-5C53-5F49-418C-8119EFD861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sp>
        <p:nvSpPr>
          <p:cNvPr id="7" name="Ordenar 6">
            <a:extLst>
              <a:ext uri="{FF2B5EF4-FFF2-40B4-BE49-F238E27FC236}">
                <a16:creationId xmlns:a16="http://schemas.microsoft.com/office/drawing/2014/main" id="{108976F4-244E-BAB1-589D-7ACA9C49BB88}"/>
              </a:ext>
            </a:extLst>
          </p:cNvPr>
          <p:cNvSpPr/>
          <p:nvPr/>
        </p:nvSpPr>
        <p:spPr>
          <a:xfrm rot="2700000">
            <a:off x="4758800" y="1642538"/>
            <a:ext cx="1272793" cy="7514900"/>
          </a:xfrm>
          <a:prstGeom prst="flowChartSor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A12EF18-DA99-5123-064E-FAA4518EEE8A}"/>
              </a:ext>
            </a:extLst>
          </p:cNvPr>
          <p:cNvSpPr>
            <a:spLocks noChangeAspect="1"/>
          </p:cNvSpPr>
          <p:nvPr/>
        </p:nvSpPr>
        <p:spPr>
          <a:xfrm>
            <a:off x="5035196" y="503998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176911EE-866F-7B6F-218B-15B6300C8231}"/>
              </a:ext>
            </a:extLst>
          </p:cNvPr>
          <p:cNvSpPr/>
          <p:nvPr/>
        </p:nvSpPr>
        <p:spPr>
          <a:xfrm rot="18789369">
            <a:off x="4858538" y="4079407"/>
            <a:ext cx="2729735" cy="39319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140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E4E40-5442-FD4E-610B-9B3BC9E5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EFB618B-2A2D-B03E-967E-762BE069778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7306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F6BF05-56D7-CD7F-AD0E-1F8D91931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rma libre 1">
            <a:extLst>
              <a:ext uri="{FF2B5EF4-FFF2-40B4-BE49-F238E27FC236}">
                <a16:creationId xmlns:a16="http://schemas.microsoft.com/office/drawing/2014/main" id="{E5A83AE0-DC4F-7DE9-7AB1-AD55DA2203C0}"/>
              </a:ext>
            </a:extLst>
          </p:cNvPr>
          <p:cNvSpPr/>
          <p:nvPr/>
        </p:nvSpPr>
        <p:spPr>
          <a:xfrm>
            <a:off x="2313795" y="2375774"/>
            <a:ext cx="6197691" cy="6047999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" name="Ordenar 4">
            <a:extLst>
              <a:ext uri="{FF2B5EF4-FFF2-40B4-BE49-F238E27FC236}">
                <a16:creationId xmlns:a16="http://schemas.microsoft.com/office/drawing/2014/main" id="{43C257B2-ED5A-998E-38D5-CCD81F197F39}"/>
              </a:ext>
            </a:extLst>
          </p:cNvPr>
          <p:cNvSpPr>
            <a:spLocks noChangeAspect="1"/>
          </p:cNvSpPr>
          <p:nvPr/>
        </p:nvSpPr>
        <p:spPr>
          <a:xfrm rot="2700000">
            <a:off x="4513197" y="192393"/>
            <a:ext cx="1764000" cy="10415190"/>
          </a:xfrm>
          <a:prstGeom prst="flowChartSo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132C8E9-8B4A-2B67-6C3C-6C15AC080E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1F4A67-86F9-9ADC-BC17-0B3B2D6CF6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sp>
        <p:nvSpPr>
          <p:cNvPr id="7" name="Ordenar 6">
            <a:extLst>
              <a:ext uri="{FF2B5EF4-FFF2-40B4-BE49-F238E27FC236}">
                <a16:creationId xmlns:a16="http://schemas.microsoft.com/office/drawing/2014/main" id="{23884C5C-6AC2-738B-4386-1E0E3646BF70}"/>
              </a:ext>
            </a:extLst>
          </p:cNvPr>
          <p:cNvSpPr/>
          <p:nvPr/>
        </p:nvSpPr>
        <p:spPr>
          <a:xfrm rot="2700000">
            <a:off x="4758800" y="1642538"/>
            <a:ext cx="1272793" cy="7514900"/>
          </a:xfrm>
          <a:prstGeom prst="flowChartSor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539176D-CCCD-4315-4CD9-F997AB95EA43}"/>
              </a:ext>
            </a:extLst>
          </p:cNvPr>
          <p:cNvSpPr>
            <a:spLocks noChangeAspect="1"/>
          </p:cNvSpPr>
          <p:nvPr/>
        </p:nvSpPr>
        <p:spPr>
          <a:xfrm>
            <a:off x="5035196" y="503998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8AEDC42A-3EFE-C342-3A16-0D2E24504FB8}"/>
              </a:ext>
            </a:extLst>
          </p:cNvPr>
          <p:cNvSpPr/>
          <p:nvPr/>
        </p:nvSpPr>
        <p:spPr>
          <a:xfrm rot="18789369">
            <a:off x="4858538" y="4079407"/>
            <a:ext cx="2729735" cy="39319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123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21161-5675-16FC-0BF4-CEF1AA0B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31734E9-A50E-B326-94CE-53BADBE26C0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FB618B-2A2D-B03E-967E-762BE06977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rma libre 1">
            <a:extLst>
              <a:ext uri="{FF2B5EF4-FFF2-40B4-BE49-F238E27FC236}">
                <a16:creationId xmlns:a16="http://schemas.microsoft.com/office/drawing/2014/main" id="{2F7604DD-2CC7-A74F-C4D7-183F8E0E1A47}"/>
              </a:ext>
            </a:extLst>
          </p:cNvPr>
          <p:cNvSpPr/>
          <p:nvPr/>
        </p:nvSpPr>
        <p:spPr>
          <a:xfrm>
            <a:off x="2313795" y="2375774"/>
            <a:ext cx="6197691" cy="6047999"/>
          </a:xfrm>
          <a:custGeom>
            <a:avLst/>
            <a:gdLst>
              <a:gd name="connsiteX0" fmla="*/ 2801257 w 5602514"/>
              <a:gd name="connsiteY0" fmla="*/ 326090 h 5470922"/>
              <a:gd name="connsiteX1" fmla="*/ 914400 w 5602514"/>
              <a:gd name="connsiteY1" fmla="*/ 2735462 h 5470922"/>
              <a:gd name="connsiteX2" fmla="*/ 2801257 w 5602514"/>
              <a:gd name="connsiteY2" fmla="*/ 5144834 h 5470922"/>
              <a:gd name="connsiteX3" fmla="*/ 4688114 w 5602514"/>
              <a:gd name="connsiteY3" fmla="*/ 2735462 h 5470922"/>
              <a:gd name="connsiteX4" fmla="*/ 2801257 w 5602514"/>
              <a:gd name="connsiteY4" fmla="*/ 326090 h 5470922"/>
              <a:gd name="connsiteX5" fmla="*/ 2801257 w 5602514"/>
              <a:gd name="connsiteY5" fmla="*/ 0 h 5470922"/>
              <a:gd name="connsiteX6" fmla="*/ 5602514 w 5602514"/>
              <a:gd name="connsiteY6" fmla="*/ 2735461 h 5470922"/>
              <a:gd name="connsiteX7" fmla="*/ 2801257 w 5602514"/>
              <a:gd name="connsiteY7" fmla="*/ 5470922 h 5470922"/>
              <a:gd name="connsiteX8" fmla="*/ 0 w 5602514"/>
              <a:gd name="connsiteY8" fmla="*/ 2735461 h 5470922"/>
              <a:gd name="connsiteX9" fmla="*/ 2801257 w 5602514"/>
              <a:gd name="connsiteY9" fmla="*/ 0 h 547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02514" h="5470922">
                <a:moveTo>
                  <a:pt x="2801257" y="326090"/>
                </a:moveTo>
                <a:cubicBezTo>
                  <a:pt x="1759175" y="326090"/>
                  <a:pt x="914400" y="1404803"/>
                  <a:pt x="914400" y="2735462"/>
                </a:cubicBezTo>
                <a:cubicBezTo>
                  <a:pt x="914400" y="4066121"/>
                  <a:pt x="1759175" y="5144834"/>
                  <a:pt x="2801257" y="5144834"/>
                </a:cubicBezTo>
                <a:cubicBezTo>
                  <a:pt x="3843339" y="5144834"/>
                  <a:pt x="4688114" y="4066121"/>
                  <a:pt x="4688114" y="2735462"/>
                </a:cubicBezTo>
                <a:cubicBezTo>
                  <a:pt x="4688114" y="1404803"/>
                  <a:pt x="3843339" y="326090"/>
                  <a:pt x="2801257" y="326090"/>
                </a:cubicBezTo>
                <a:close/>
                <a:moveTo>
                  <a:pt x="2801257" y="0"/>
                </a:moveTo>
                <a:cubicBezTo>
                  <a:pt x="4348349" y="0"/>
                  <a:pt x="5602514" y="1224708"/>
                  <a:pt x="5602514" y="2735461"/>
                </a:cubicBezTo>
                <a:cubicBezTo>
                  <a:pt x="5602514" y="4246214"/>
                  <a:pt x="4348349" y="5470922"/>
                  <a:pt x="2801257" y="5470922"/>
                </a:cubicBezTo>
                <a:cubicBezTo>
                  <a:pt x="1254165" y="5470922"/>
                  <a:pt x="0" y="4246214"/>
                  <a:pt x="0" y="2735461"/>
                </a:cubicBezTo>
                <a:cubicBezTo>
                  <a:pt x="0" y="1224708"/>
                  <a:pt x="1254165" y="0"/>
                  <a:pt x="2801257" y="0"/>
                </a:cubicBezTo>
                <a:close/>
              </a:path>
            </a:pathLst>
          </a:custGeom>
          <a:solidFill>
            <a:srgbClr val="00B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rgbClr val="10B981"/>
              </a:solidFill>
            </a:endParaRPr>
          </a:p>
        </p:txBody>
      </p:sp>
      <p:sp>
        <p:nvSpPr>
          <p:cNvPr id="5" name="Ordenar 4">
            <a:extLst>
              <a:ext uri="{FF2B5EF4-FFF2-40B4-BE49-F238E27FC236}">
                <a16:creationId xmlns:a16="http://schemas.microsoft.com/office/drawing/2014/main" id="{A25FD897-A328-37B6-A03C-5B1630C1B365}"/>
              </a:ext>
            </a:extLst>
          </p:cNvPr>
          <p:cNvSpPr>
            <a:spLocks noChangeAspect="1"/>
          </p:cNvSpPr>
          <p:nvPr/>
        </p:nvSpPr>
        <p:spPr>
          <a:xfrm rot="2700000">
            <a:off x="4513197" y="192393"/>
            <a:ext cx="1764000" cy="10415190"/>
          </a:xfrm>
          <a:prstGeom prst="flowChartSo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629CF6-2CD8-B39E-138F-5B663F5485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D9294D2-414F-B788-39C6-845E622ADB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sp>
        <p:nvSpPr>
          <p:cNvPr id="7" name="Ordenar 6">
            <a:extLst>
              <a:ext uri="{FF2B5EF4-FFF2-40B4-BE49-F238E27FC236}">
                <a16:creationId xmlns:a16="http://schemas.microsoft.com/office/drawing/2014/main" id="{612F863D-7182-5372-B40A-F983E74C1F62}"/>
              </a:ext>
            </a:extLst>
          </p:cNvPr>
          <p:cNvSpPr/>
          <p:nvPr/>
        </p:nvSpPr>
        <p:spPr>
          <a:xfrm rot="2700000">
            <a:off x="4758800" y="1642538"/>
            <a:ext cx="1272793" cy="7514900"/>
          </a:xfrm>
          <a:prstGeom prst="flowChartSort">
            <a:avLst/>
          </a:prstGeom>
          <a:solidFill>
            <a:srgbClr val="00B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23FA89C-C611-3162-4057-AAC7FF95D515}"/>
              </a:ext>
            </a:extLst>
          </p:cNvPr>
          <p:cNvSpPr>
            <a:spLocks noChangeAspect="1"/>
          </p:cNvSpPr>
          <p:nvPr/>
        </p:nvSpPr>
        <p:spPr>
          <a:xfrm>
            <a:off x="5035196" y="5039988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A92C50B5-771E-B7FC-2E43-0D619FF47154}"/>
              </a:ext>
            </a:extLst>
          </p:cNvPr>
          <p:cNvSpPr/>
          <p:nvPr/>
        </p:nvSpPr>
        <p:spPr>
          <a:xfrm rot="18789369">
            <a:off x="4858538" y="4079407"/>
            <a:ext cx="2729735" cy="39319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146" name="Picture 2" descr="Shades of green - Wikipedia">
            <a:extLst>
              <a:ext uri="{FF2B5EF4-FFF2-40B4-BE49-F238E27FC236}">
                <a16:creationId xmlns:a16="http://schemas.microsoft.com/office/drawing/2014/main" id="{53BF9EB3-534D-EC97-C78A-F5C3E9CD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7" y="372501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372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566E-395C-E28D-081D-5F67424A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FD3493F-CB3A-565C-13FF-AA5C238F15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1734E9-A50E-B326-94CE-53BADBE26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rdenar 4">
            <a:extLst>
              <a:ext uri="{FF2B5EF4-FFF2-40B4-BE49-F238E27FC236}">
                <a16:creationId xmlns:a16="http://schemas.microsoft.com/office/drawing/2014/main" id="{767F04C2-3848-AD56-1120-EA81791BE204}"/>
              </a:ext>
            </a:extLst>
          </p:cNvPr>
          <p:cNvSpPr>
            <a:spLocks noChangeAspect="1"/>
          </p:cNvSpPr>
          <p:nvPr/>
        </p:nvSpPr>
        <p:spPr>
          <a:xfrm rot="2700000">
            <a:off x="4513197" y="192393"/>
            <a:ext cx="1764000" cy="10415190"/>
          </a:xfrm>
          <a:prstGeom prst="flowChartSo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143BB4-FEA6-278F-0E8D-146D7C455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61" y="269881"/>
            <a:ext cx="10518654" cy="10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2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0047E-54C0-6DA6-FCDD-5FEBF0F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D2C2F00-24D9-B6E5-EC01-24191C878E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7772400" imgH="10058400" progId="TCLayout.ActiveDocument.1">
                  <p:embed/>
                </p:oleObj>
              </mc:Choice>
              <mc:Fallback>
                <p:oleObj name="Diapositiva de think-cell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F6BF05-56D7-CD7F-AD0E-1F8D91931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7D43813B-4FA8-AF03-B51F-458F533DD2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345661" y="-8685164"/>
            <a:ext cx="6389299" cy="66465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090C854-8197-54E7-A7F2-D6C10FB029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09" t="55895" r="11447" b="31784"/>
          <a:stretch/>
        </p:blipFill>
        <p:spPr>
          <a:xfrm>
            <a:off x="-6809648" y="-7341472"/>
            <a:ext cx="6389299" cy="664659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739D684-1A5D-6EE5-6A4F-ABCBF1268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0531" y="1710531"/>
            <a:ext cx="7378700" cy="73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39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7</Words>
  <Application>Microsoft Macintosh PowerPoint</Application>
  <PresentationFormat>Personalizado</PresentationFormat>
  <Paragraphs>7</Paragraphs>
  <Slides>17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Tema de Office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Lluís Bernadí Monroig</dc:creator>
  <cp:lastModifiedBy>Lluís Bernadí Monroig</cp:lastModifiedBy>
  <cp:revision>1</cp:revision>
  <dcterms:created xsi:type="dcterms:W3CDTF">2026-09-07T10:41:25Z</dcterms:created>
  <dcterms:modified xsi:type="dcterms:W3CDTF">2026-09-07T13:38:28Z</dcterms:modified>
</cp:coreProperties>
</file>